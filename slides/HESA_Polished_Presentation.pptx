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HESA &amp; The Policy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8BDF8"/>
                </a:solidFill>
              </a:defRPr>
            </a:pPr>
            <a:r>
              <a:t>Tracking stakeholder advocacy from parliamentary submission to executive commitment.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46888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1. Stakeholder Briefs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544 PDF submissions filed by healthcare associations, industry, and advocates.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011680"/>
            <a:ext cx="246888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2. Committee Study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House of Commons Standing Committee on Health (HESA) reviews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011680"/>
            <a:ext cx="246888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3. Numbered Recs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HESA publishes final report containing explicit, numbered policy 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011680"/>
            <a:ext cx="246888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4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8FAFC"/>
                </a:solidFill>
              </a:defRPr>
            </a:pPr>
            <a:r>
              <a:t>4. Gov Response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Executive government bound to respond/commit within a strict 120-day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3949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THE PROBLEM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Thousands of scattered, unsearchable parliamentary PDFs. Critical policy insights are trapped without thematic or organizational cross-referencing.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4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498"/>
                </a:solidFill>
              </a:defRPr>
            </a:pPr>
            <a:r>
              <a:t>THE PROMISE (CORE CAPABILITIES)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RAG Engine: "What did nursing organizations ask for regarding healthcare workforce retention?"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Gap Analysis: "Which specific stakeholder asks made it into official recommendations, and which secured final funding commitments?"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Data Engineering &amp; True Policy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Scrape 562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29968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Extract/OCR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2736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Clean/Mask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5504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Dedupe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8272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Weak-Label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14630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250w Cards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3808" y="1371600"/>
            <a:ext cx="146304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217 Gold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19456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% Distribution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public_health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pharmacare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womens_health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unlabeled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workforce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mental_health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indigenous_health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cancer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childrens_health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943600" y="2194560"/>
            <a:ext cx="5790895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STRATEGIC TWO-TIER LABELLING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Keyword-derived weak labels map the bulk training framework over the unlabelled text corpus, while a codebook-governed, hand-labelled gold set remains strictly frozen to isolate evaluation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389120"/>
            <a:ext cx="5790895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BATTLE SCAR: OCCASION ≠ TOPIC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Over 1/3 of the briefs were submitted under historic COVID-19 parliamentary study sessions. Content-based classification successfully redistributed them to true thematic vectors; thematic intent was decoupled from administrative timing.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System Architecture: Offline Rigor vs. Runtime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8BDF8"/>
                </a:solidFill>
              </a:defRPr>
            </a:pPr>
            <a:r>
              <a:t>Isolating experimental training workflows from instantaneous, fail-safe user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OFFLINE LABORATORY &amp; BENCHMARKING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Data Sandbox: Houses train.csv, dev.csv, and quarantined gold_test.csv.</a:t>
            </a:r>
            <a:br/>
            <a:br/>
            <a:r>
              <a:t>• Evaluation Harness: Runs competing classifiers (Weak Rules, Sentence-Transformers + LR, Zero-Shot LLMs) through a standardized scorer module.</a:t>
            </a:r>
            <a:br/>
            <a:br/>
            <a:r>
              <a:t>• Precomputed Matrix: Compiles all document text strings into frozen .npy vector matrices to bypass execution lags.</a:t>
            </a:r>
            <a:br/>
            <a:br/>
            <a:r>
              <a:t>Execution Metric: All embeddings and cross-evals precomputed offline to enforce a strict &lt;2s client-side runtime constraint.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3949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4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AD498"/>
                </a:solidFill>
              </a:defRPr>
            </a:pPr>
            <a:r>
              <a:t>LIVE DEMO RUNTIME APPLICATION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Streamlit Dashboard: Serves instant UI panels for RAG querying and CMA gap visualization tabs.</a:t>
            </a:r>
            <a:br/>
            <a:br/>
            <a:r>
              <a:t>• Vector Search: Employs vectorized NumPy array indexing for ultra-low latency contextual block matching.</a:t>
            </a:r>
            <a:br/>
            <a:br/>
            <a:r>
              <a:t>• Inference Routing: Channels active user prompts through a secure Tailscale tunnel interface directly to the remote WSL2 Linux GPU box.</a:t>
            </a:r>
            <a:br/>
            <a:br/>
            <a:r>
              <a:t>• Local Hardware Node: Executes gemma4:12b context generation locally utilizing a host RTX 3060 (12GB VRAM).</a:t>
            </a:r>
            <a:br/>
            <a:br/>
            <a:r>
              <a:t>Robustness Safeguard: Ollama calls are wrapped in defensive try/except blocks with cached fallbacks to guarantee an indestructible app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
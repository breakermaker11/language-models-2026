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HESA &amp; The Policy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Stakeholder Briefs</a:t>
            </a:r>
          </a:p>
          <a:p>
            <a:pPr algn="ctr"/>
            <a:r>
              <a:t>(544 PDFs)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Committee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HESA Report</a:t>
            </a:r>
          </a:p>
          <a:p>
            <a:pPr algn="ctr"/>
            <a:r>
              <a:t>(Numbered Recs)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59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Gov Response</a:t>
            </a:r>
          </a:p>
          <a:p>
            <a:pPr algn="ctr"/>
            <a:r>
              <a:t>(120 Days)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The Problem: Thousands of scattered PDFs, unsearchable by theme, perspective, or follow-through.</a:t>
            </a:r>
          </a:p>
          <a:p>
            <a:br/>
            <a:pPr>
              <a:defRPr b="1" sz="2000"/>
            </a:pPr>
            <a:r>
              <a:t>The Promise:</a:t>
            </a:r>
          </a:p>
          <a:p>
            <a:pPr>
              <a:defRPr sz="1800"/>
            </a:pPr>
            <a:r>
              <a:t>• RAG: "What did nursing organizations ask for on workforce retention?"</a:t>
            </a:r>
          </a:p>
          <a:p>
            <a:pPr>
              <a:defRPr sz="1800"/>
            </a:pPr>
            <a:r>
              <a:t>• Gap Analysis: "Which asks made it into recommendations — and which got commitments?"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Content-Based Labeling Reveals True Policy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/>
            </a:pPr>
            <a:r>
              <a:t>Scrape 562 ➔ Extract/OCR ➔ Clean/Mask ➔ Dedupe ➔ Weak-Label ➔ 250-Word Cards ➔ 217 Gold (Frozen)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3657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public_health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34.8%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pharmacare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18.8%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womens_health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15.8%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unlabeled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13.6%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workforce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mental_health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4.7%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indigenous_health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childrens_health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0" y="22860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/>
            </a:pPr>
            <a:r>
              <a:t>Data Insight 1:</a:t>
            </a:r>
          </a:p>
          <a:p>
            <a:r>
              <a:t>Labels are two-tier: keyword weak labels for training, and hand-labeled gold (codebook-governed, frozen) for evaluation.</a:t>
            </a:r>
          </a:p>
          <a:p>
            <a:br/>
            <a:pPr>
              <a:defRPr b="1"/>
            </a:pPr>
            <a:r>
              <a:t>Data Insight 2:</a:t>
            </a:r>
          </a:p>
          <a:p>
            <a:r>
              <a:t>1/3 of briefs were COVID-study submissions. Content-based labeling redistributed them across categories because occasion ≠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